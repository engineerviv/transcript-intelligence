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TRANSCRIPT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100 Customer Calls Tell Us About
Reliability, Risk, and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AegisCloud  ·  Q1 2024  ·  Product &amp; Engineering Leadership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94960"/>
            <a:ext cx="25603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61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calls analyzed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5394960"/>
            <a:ext cx="25603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5486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41%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961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outage-related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5394960"/>
            <a:ext cx="25603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486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63%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961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accounts at churn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5394960"/>
            <a:ext cx="25603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5486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47%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961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renewals at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THE HEADLINE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One signal dominates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</a:rPr>
              <a:t>Aegis Detect has a reliability problem that is now threatening renewals.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96312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of 100 calls were outage-related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64992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accounts at HIGH churn risk — all cited an outage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69079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60519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7/15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33671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upcoming renewals are negative or mixed sentiment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59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029199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2×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102351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customers called out a second outage in 8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BBF24"/>
                </a:solidFill>
              </a:rPr>
              <a:t>This is not a support process problem. It is an engineering reliability problem with a direct revenue consequence.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WHAT WE ANALYZED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100 call transcripts — every call enriched by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6576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8BDF8"/>
                </a:solidFill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External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QBRs, renewals, onboarding, demos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576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BBF24"/>
                </a:solidFill>
              </a:rPr>
              <a:t>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834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46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Incident war rooms, sprint planning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6576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87171"/>
                </a:solidFill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834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246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Active cases, break-fix, escalations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Each call enriched for: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1179576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239512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Sentiment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19656" y="5212080"/>
            <a:ext cx="978408" cy="2926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92808" y="5239512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Urgency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80944" y="5212080"/>
            <a:ext cx="1280160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52395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Churn Risk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43984" y="5212080"/>
            <a:ext cx="777240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523951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Topic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4104" y="5212080"/>
            <a:ext cx="877824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77256" y="5239512"/>
            <a:ext cx="786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Intent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64808" y="5212080"/>
            <a:ext cx="978408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5239512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Emotion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GPT-4o-mini · structured JSON schema · disk-level prompt cache (no redundant API calls)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SENTIMENT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Customers vs. prospects tell very different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Overall sentiment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Negative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2240280"/>
            <a:ext cx="1316736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Mixed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3017520"/>
            <a:ext cx="905256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2971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Positive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3794759"/>
            <a:ext cx="1275588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0380" y="37490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31%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7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Neutral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4571999"/>
            <a:ext cx="617220" cy="3474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2012" y="45262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By channel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194560"/>
            <a:ext cx="53035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2677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651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59%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443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7% positive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06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87171"/>
                </a:solidFill>
              </a:rPr>
              <a:t>Avg score: 2.94 /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474720"/>
            <a:ext cx="53035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5478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External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50% positive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2245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12% negative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4D399"/>
                </a:solidFill>
              </a:rPr>
              <a:t>Avg score: 3.85 /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754879"/>
            <a:ext cx="53035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828031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Internal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33% negative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504687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27% positive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16635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BBF24"/>
                </a:solidFill>
              </a:rPr>
              <a:t>Avg score: 3.28 /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FBBF24"/>
                </a:solidFill>
              </a:rPr>
              <a:t>The product sells. The gap is post-sale reliability.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ROOT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41% of all calls were about outages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"Outage Response" is simultaneously the #1 topic, #1 negative topic, and #1 high-urgency topic.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Top negative + high-urgency 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Outage 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2743200"/>
            <a:ext cx="3520440" cy="32918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558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Product Outage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3401568"/>
            <a:ext cx="1005840" cy="32918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3558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142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Service Outage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4059936"/>
            <a:ext cx="1005840" cy="32918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401421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725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Platform Outage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4718304"/>
            <a:ext cx="1005840" cy="32918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467258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309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Backup Perf.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5376672"/>
            <a:ext cx="1005840" cy="32918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5330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Named incidents in the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697480"/>
            <a:ext cx="54864" cy="32918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697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Detect pipeline failure — internal war room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355848"/>
            <a:ext cx="54864" cy="32918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3558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Detect alert delays — Summit Trust, Trailhead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014216"/>
            <a:ext cx="54864" cy="32918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0142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Detect dashboard down — Cobalt Software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672584"/>
            <a:ext cx="54864" cy="32918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6725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6-hour detection blindness — Northstar Pharma (healthcare)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330952"/>
            <a:ext cx="54864" cy="32918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3309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Outage during live regulatory audit — Meridian Capital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Every one of the 16 high-churn-risk accounts mentioned an outage.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CHURN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63% of accounts are not 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316736" cy="5943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1096" y="1993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16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1096" y="230428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Actively evaluating competitors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3867912" cy="5943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999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47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33101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One more incident from flipping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645920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23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005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20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3159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Watching closely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1399032" cy="5943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029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5010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17 accounts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53218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Pattern across all high-risk accounts: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996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Outage  →  Negative sentiment  →  Competitor evaluation  →  Renewal hesitation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IMMEDIATE ACTION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 accounts need a phone call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All are actively evaluating competitors right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54864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441448"/>
            <a:ext cx="137160" cy="137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Quantum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SLA breach; renewal proposal in flight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057400"/>
            <a:ext cx="54864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2441448"/>
            <a:ext cx="137160" cy="137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148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Meridian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06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Outage during regulatory audit; formal vendor review open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54864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767328"/>
            <a:ext cx="137160" cy="137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74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Northstar Pharma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31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2nd outage in 8 months; CISO evaluating alternatives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383280"/>
            <a:ext cx="54864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3767328"/>
            <a:ext cx="137160" cy="137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474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Summit Trust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931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Competitor already engaged; MFA/SSO issues unresolved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54864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5093208"/>
            <a:ext cx="137160" cy="137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00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Nova Retail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57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Renewal decision imminent; outage + compliance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709160"/>
            <a:ext cx="54864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5093208"/>
            <a:ext cx="137160" cy="137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800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Helix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257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Explicitly stated "considering switching vendors"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BBF24"/>
                </a:solidFill>
              </a:rPr>
              <a:t>Recommended: Assign a named technical contact to each — not a ticket queue.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RENEWAL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47% of upcoming renewals are at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15 renewal-related calls in the dataset. 7 carry negative or mixed sentiment.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822960" cy="8229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7171"/>
                </a:solidFill>
              </a:rPr>
              <a:t>AT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194560"/>
            <a:ext cx="822960" cy="8229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3108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7171"/>
                </a:solidFill>
              </a:rPr>
              <a:t>AT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194560"/>
            <a:ext cx="822960" cy="8229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108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7171"/>
                </a:solidFill>
              </a:rPr>
              <a:t>AT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79" y="2194560"/>
            <a:ext cx="822960" cy="8229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3108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7171"/>
                </a:solidFill>
              </a:rPr>
              <a:t>AT RISK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194560"/>
            <a:ext cx="822960" cy="8229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108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7171"/>
                </a:solidFill>
              </a:rPr>
              <a:t>AT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194560"/>
            <a:ext cx="822960" cy="8229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108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7171"/>
                </a:solidFill>
              </a:rPr>
              <a:t>AT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59" y="2194560"/>
            <a:ext cx="822960" cy="8229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59" y="3108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7171"/>
                </a:solidFill>
              </a:rPr>
              <a:t>AT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19" y="2194560"/>
            <a:ext cx="822960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19" y="3108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4D399"/>
                </a:solidFill>
              </a:rPr>
              <a:t>OK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383280"/>
            <a:ext cx="822960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4D399"/>
                </a:solidFill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383280"/>
            <a:ext cx="822960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4297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4D399"/>
                </a:solidFill>
              </a:rPr>
              <a:t>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383280"/>
            <a:ext cx="822960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297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4D399"/>
                </a:solidFill>
              </a:rPr>
              <a:t>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79" y="3383280"/>
            <a:ext cx="822960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4297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4D399"/>
                </a:solidFill>
              </a:rPr>
              <a:t>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383280"/>
            <a:ext cx="822960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4297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4D399"/>
                </a:solidFill>
              </a:rPr>
              <a:t>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383280"/>
            <a:ext cx="822960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297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4D399"/>
                </a:solidFill>
              </a:rPr>
              <a:t>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59" y="3383280"/>
            <a:ext cx="822960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59" y="4297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4D399"/>
                </a:solidFill>
              </a:rPr>
              <a:t>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937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What at-risk renewals say: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BBF24"/>
                </a:solidFill>
              </a:rPr>
              <a:t>"We need reliability improvements before we sign"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7424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BBF24"/>
                </a:solidFill>
              </a:rPr>
              <a:t>"Our board is asking us to evaluate alternatives"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0899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BBF24"/>
                </a:solidFill>
              </a:rPr>
              <a:t>"Can you give us a competitive quote?" (SentinelShield)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SECONDARY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Feature requests are stacking up — and customers notice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10 calls explicitly about feature requests. 3 carry negative sentiment.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Aegis Comply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395728"/>
            <a:ext cx="7498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Described as having 'significant feature gaps' vs competitors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278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SOC 2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355848"/>
            <a:ext cx="7498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Customers waiting on roadmap delivery; audits can't wait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87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Alert tuning / fatigue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315968"/>
            <a:ext cx="7498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Mentioned in multiple Detect calls; blocking adoption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1124712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48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Compliance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276088"/>
            <a:ext cx="7498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Manual evidence-gathering causing frustration ahead of audits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FBBF24"/>
                </a:solidFill>
              </a:rPr>
              <a:t>Feature delay compounds outage frustration. Roadmap communication matters as much as delivery.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REASON FOR OPTIMISM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product sells. Reliability is the gap — and it's fixable.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4864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3.85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249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Average sentiment score on external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4864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4D399"/>
                </a:solidFill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249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Of external calls carry positive sentiment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54864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4D399"/>
                </a:solidFill>
              </a:rPr>
              <a:t>3-year deal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7083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Axiom Labs progressing to multi-year renewal despite recent outage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566160"/>
            <a:ext cx="54864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576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4D399"/>
                </a:solidFill>
              </a:rPr>
              <a:t>4 onboarding
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7083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All broadly positive — new customers engaging well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This is not a product-market fit problem. Fix Detect stability, and the churn risk is recoverable.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Prioritized by urgency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8366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This week  ·  Revenue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CS outreach to all 6 high-churn accounts before renewal 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986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Assign a named technical contact to each — not a ticket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486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486400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8366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30 days  · 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0428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Root cause analysis on Aegis Detect reliability (single largest churn driver)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986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Prioritise alert fatigue / tuning controls — blocking adoption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486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48640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8678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60 days  · 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0740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Customer-facing roadmap update on Comply gaps (SOC 2, evidence automation)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017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Structured QBR cadence for medium-risk accounts — before incidents happen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931920"/>
            <a:ext cx="5486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931920"/>
            <a:ext cx="548640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98678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Ongoing  · 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0740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Run this analysis on a rolling weekly / monthly cadence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0017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Use the chat agent as an always-on signal layer for CS and 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HOW WE BUILT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From raw transcripts to queryable intelligence in one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6636" y="2011680"/>
            <a:ext cx="1554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" y="2057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Raw
Transcripts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6836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436876" y="2011680"/>
            <a:ext cx="1554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8316" y="2057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GPT-4o-mini
Enrichment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7076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7116" y="2011680"/>
            <a:ext cx="1554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8556" y="2057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FAISS
Semantic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7316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356" y="2011680"/>
            <a:ext cx="1554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8796" y="2057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Aggregation
&amp;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7556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7596" y="2011680"/>
            <a:ext cx="1554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9036" y="2057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</a:rPr>
              <a:t>LangGraph
ReAct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7796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17836" y="2011680"/>
            <a:ext cx="1554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09276" y="2057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</a:rPr>
              <a:t>Dashboard
+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✦  Local embeddings: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57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sentence-transformers (no API cost for retrieval)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6576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✦  Prompt cache: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657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SHA-256 disk cache — avoids re-enriching on re-runs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6576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✦  Output validation: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657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Schema checks + cross-field rules catch LLM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✦  140 tests: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572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Validation, analysis, retrieval, API, agent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5720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✦  Scalable: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572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FAISS → pgvector / Pinecone at 10k+ transcripts, no re-arch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